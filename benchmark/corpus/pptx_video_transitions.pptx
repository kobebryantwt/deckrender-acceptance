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1: SYSTEM OVERVIEW</a:t>
            </a:r>
          </a:p>
          <a:p>
            <a:pPr>
              <a:spcBef>
                <a:spcPts val="2000"/>
              </a:spcBef>
              <a:defRPr sz="2200">
                <a:solidFill>
                  <a:srgbClr val="C8E1F5"/>
                </a:solidFill>
              </a:defRPr>
            </a:pPr>
            <a:r>
              <a:t>High-fidelity rendering across multi-format carriers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2: CLOUD &amp; LOCAL ENGINES</a:t>
            </a:r>
          </a:p>
          <a:p>
            <a:pPr>
              <a:spcBef>
                <a:spcPts val="2000"/>
              </a:spcBef>
              <a:defRPr sz="2200">
                <a:solidFill>
                  <a:srgbClr val="C8E1F5"/>
                </a:solidFill>
              </a:defRPr>
            </a:pPr>
            <a:r>
              <a:t>Air-gapped local execution vs scaled cloud conversion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7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3: PERFORMANCE BENCHMARK</a:t>
            </a:r>
          </a:p>
          <a:p>
            <a:pPr>
              <a:spcBef>
                <a:spcPts val="2000"/>
              </a:spcBef>
              <a:defRPr sz="2200">
                <a:solidFill>
                  <a:srgbClr val="C8E1F5"/>
                </a:solidFill>
              </a:defRPr>
            </a:pPr>
            <a:r>
              <a:t>Latency distribution, concurrency throughput &amp; memory bounds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42E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4: VERIFICATION SUMMARY</a:t>
            </a:r>
          </a:p>
          <a:p>
            <a:pPr>
              <a:spcBef>
                <a:spcPts val="2000"/>
              </a:spcBef>
              <a:defRPr sz="2200">
                <a:solidFill>
                  <a:srgbClr val="C8E1F5"/>
                </a:solidFill>
              </a:defRPr>
            </a:pPr>
            <a:r>
              <a:t>Strict contract validation and auditable release gates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