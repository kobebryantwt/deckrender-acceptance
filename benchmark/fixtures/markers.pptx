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REN PAGE 1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64008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REN PAGE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latin typeface="Arial"/>
              </a:defRPr>
            </a:pPr>
            <a:r>
              <a:t>Font coverage: Arial / Symbol</a:t>
            </a:r>
          </a:p>
          <a:p>
            <a:r>
              <a:t>Special: α β ± ≤ ≥</a:t>
            </a:r>
          </a:p>
          <a:p>
            <a:r>
              <a:t>中文字体替代检查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REN PAGE 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8412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304800">
                <a:tc>
                  <a:txBody>
                    <a:bodyPr/>
                    <a:lstStyle/>
                    <a:p>
                      <a:r>
                        <a:t>1:1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1:3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1:6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2:3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2:6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3:3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3:6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4:3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4:6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5:3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5:6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6:3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6:6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7:3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7:6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8:3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8:6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9:3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9:6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10:3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10:6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11:1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11:3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11:6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12:3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12:6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