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Multilingual Typography Test / 多语言字体排版测试</a:t>
            </a:r>
          </a:p>
          <a:p>
            <a:pPr>
              <a:spcBef>
                <a:spcPts val="1200"/>
              </a:spcBef>
              <a:defRPr sz="1500"/>
            </a:pPr>
            <a:r>
              <a:t>简体中文：沉舟侧畔千帆过，病树前头万木春。（字体渲染与抗锯齿）</a:t>
            </a:r>
          </a:p>
          <a:p>
            <a:pPr>
              <a:spcBef>
                <a:spcPts val="1200"/>
              </a:spcBef>
              <a:defRPr sz="1500"/>
            </a:pPr>
            <a:r>
              <a:t>繁體中文：天地玄黃，宇宙洪荒。日月盈昃，辰宿列張。</a:t>
            </a:r>
          </a:p>
          <a:p>
            <a:pPr>
              <a:spcBef>
                <a:spcPts val="1200"/>
              </a:spcBef>
              <a:defRPr sz="1500"/>
            </a:pPr>
            <a:r>
              <a:t>日本語：あのイーハトーヴォのすきとおった風、夏でも底に冷たさをもつ青いそら。</a:t>
            </a:r>
          </a:p>
          <a:p>
            <a:pPr>
              <a:spcBef>
                <a:spcPts val="1200"/>
              </a:spcBef>
              <a:defRPr sz="1500"/>
            </a:pPr>
            <a:r>
              <a:t>English: The quick brown fox jumps over the lazy dog. (Kern, Ligatures, Bold/Italic)</a:t>
            </a:r>
          </a:p>
          <a:p>
            <a:pPr>
              <a:spcBef>
                <a:spcPts val="1200"/>
              </a:spcBef>
              <a:defRPr sz="1500"/>
            </a:pPr>
            <a:r>
              <a:t>Arabic RTL: مرحباً بكم في اختبار التحقق من العرض المستقل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Mathematical Symbols &amp; Greek Glyphs / 数学符号与希腊字母</a:t>
            </a:r>
          </a:p>
          <a:p>
            <a:pPr>
              <a:spcBef>
                <a:spcPts val="1200"/>
              </a:spcBef>
              <a:defRPr sz="1500"/>
            </a:pPr>
            <a:r>
              <a:t>Greek Alphabet: α, β, γ, δ, ε, ζ, η, θ, ι, κ, λ, μ, ν, ξ, ο, π, ρ, σ, τ, υ, φ, χ, ψ, ω</a:t>
            </a:r>
          </a:p>
          <a:p>
            <a:pPr>
              <a:spcBef>
                <a:spcPts val="1200"/>
              </a:spcBef>
              <a:defRPr sz="1500"/>
            </a:pPr>
            <a:r>
              <a:t>Upper Greek: Γ, Δ, Θ, Λ, Ξ, Π, Σ, Φ, Ψ, Ω</a:t>
            </a:r>
          </a:p>
          <a:p>
            <a:pPr>
              <a:spcBef>
                <a:spcPts val="1200"/>
              </a:spcBef>
              <a:defRPr sz="1500"/>
            </a:pPr>
            <a:r>
              <a:t>Calculus &amp; Operators: ∫ f(x)dx = F(b) - F(a), ∑_{i=1}^n x_i, ∏_{k=1}^m y_k</a:t>
            </a:r>
          </a:p>
          <a:p>
            <a:pPr>
              <a:spcBef>
                <a:spcPts val="1200"/>
              </a:spcBef>
              <a:defRPr sz="1500"/>
            </a:pPr>
            <a:r>
              <a:t>Relations &amp; Sets: ∀x ∈ ℝ, ∃y : x ≤ y, A ∩ B ⊆ C ∪ D, x ≠ y ± 0.05, √x² + y²</a:t>
            </a:r>
          </a:p>
          <a:p>
            <a:pPr>
              <a:spcBef>
                <a:spcPts val="1200"/>
              </a:spcBef>
              <a:defRPr sz="1500"/>
            </a:pPr>
            <a:r>
              <a:t>Arrows &amp; Logic: A ⟹ B ⟺ ¬A ∨ B, f : X ⟶ 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Dense Tabular Metrics Matrix / 密集表格指标矩阵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7680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434340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Local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Cloud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Fidelity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 office2html/Chromium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 DeckFlow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 slides/s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 PDF.js / passthrough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 DeckFlow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 pages/s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Exact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🕓 planned (office2html)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 DeckFlow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 pages/s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Normal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Keynote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🕓 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 DeckFlow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 slides/s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🕓 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 DeckFlow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 slides/s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Legacy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🕓 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🕓 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🕓 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🕓 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